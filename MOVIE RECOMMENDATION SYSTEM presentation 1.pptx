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DC9BA-83E3-401A-80C7-51ECD5D39D2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B72F6-2270-4968-99E4-EB6AD7A944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40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B72F6-2270-4968-99E4-EB6AD7A9448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963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9/15/2026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240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56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9/15/2026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57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331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965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01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0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3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44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79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552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57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473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850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248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95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65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9798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66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123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426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9647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498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7258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879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023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250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5305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48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BE7164DE-EDAB-410A-9B71-B95941E127A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A6D8603C-DF48-4BCD-8236-A63CA3DED571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85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  <p:sldLayoutId id="2147484206" r:id="rId12"/>
    <p:sldLayoutId id="2147484207" r:id="rId13"/>
    <p:sldLayoutId id="2147484208" r:id="rId14"/>
    <p:sldLayoutId id="2147484209" r:id="rId15"/>
    <p:sldLayoutId id="2147484210" r:id="rId16"/>
    <p:sldLayoutId id="2147484211" r:id="rId17"/>
    <p:sldLayoutId id="2147484212" r:id="rId18"/>
    <p:sldLayoutId id="2147484213" r:id="rId19"/>
    <p:sldLayoutId id="2147484214" r:id="rId20"/>
    <p:sldLayoutId id="2147484215" r:id="rId21"/>
    <p:sldLayoutId id="2147484216" r:id="rId22"/>
    <p:sldLayoutId id="2147484217" r:id="rId23"/>
    <p:sldLayoutId id="2147484218" r:id="rId24"/>
    <p:sldLayoutId id="2147484219" r:id="rId25"/>
    <p:sldLayoutId id="2147484220" r:id="rId26"/>
    <p:sldLayoutId id="2147484221" r:id="rId27"/>
    <p:sldLayoutId id="2147484222" r:id="rId28"/>
    <p:sldLayoutId id="2147484223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28270&amp;picture=thank-you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FED116-FBCD-8B97-8DD2-78C4CCEEB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690" y="2583428"/>
            <a:ext cx="9144000" cy="2416277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2420030517-Tejaswi Chowdary 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2420030606-Harshith Reddy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2420030613-Hasini Reddy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Project Guide: Dr . Sunanda N                          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A5601-52AA-3DA0-24F0-61350BCE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3" y="157316"/>
            <a:ext cx="11798708" cy="1641987"/>
          </a:xfrm>
        </p:spPr>
        <p:txBody>
          <a:bodyPr>
            <a:normAutofit/>
          </a:bodyPr>
          <a:lstStyle/>
          <a:p>
            <a:r>
              <a:rPr lang="en-US" b="1" dirty="0"/>
              <a:t>MOVIE RECOMMENDATION 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73501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5507-230F-A6CE-DA76-645A044B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6979E-9B6A-9927-5E89-51C8D4585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Movie Recommendation System uses Data Science, NLP and Machine Learning techniques to analyse movie characteristics and recommend similar movies to users. The system uses Content-Based Filtering, TF-IDF and Cosine Similarity, with a Stream lit dashboard for user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116026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80647-372F-C989-C298-075F147B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6324" y="1"/>
            <a:ext cx="3688198" cy="1250065"/>
          </a:xfrm>
        </p:spPr>
        <p:txBody>
          <a:bodyPr/>
          <a:lstStyle/>
          <a:p>
            <a:r>
              <a:rPr lang="en-US" dirty="0"/>
              <a:t>Problem    STATEMENT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BE24C4A-01FA-2FFB-E8EE-808C8B1F03B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9" r="9529"/>
          <a:stretch/>
        </p:blipFill>
        <p:spPr>
          <a:prstGeom prst="rect">
            <a:avLst/>
          </a:prstGeom>
          <a:blipFill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0C57B-B6DB-6BE6-3DC0-665D6D85A6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6323" y="1863524"/>
            <a:ext cx="3865677" cy="49944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With a large number of movies available, users may find it difficult to discover movies according to their interests and preferences.</a:t>
            </a:r>
          </a:p>
          <a:p>
            <a:r>
              <a:rPr lang="en-IN" dirty="0"/>
              <a:t>Manually searching through many movies can be time-consuming.</a:t>
            </a:r>
          </a:p>
          <a:p>
            <a:r>
              <a:rPr lang="en-IN" dirty="0"/>
              <a:t>Different movies have different characteristics such as </a:t>
            </a:r>
            <a:r>
              <a:rPr lang="en-IN" b="1" dirty="0"/>
              <a:t>genre, keywords, cast, director, and description</a:t>
            </a:r>
            <a:r>
              <a:rPr lang="en-IN" dirty="0"/>
              <a:t>.</a:t>
            </a:r>
          </a:p>
          <a:p>
            <a:r>
              <a:rPr lang="en-IN" dirty="0"/>
              <a:t>There is a need for an intelligent system that can </a:t>
            </a:r>
            <a:r>
              <a:rPr lang="en-IN" dirty="0" err="1"/>
              <a:t>analyze</a:t>
            </a:r>
            <a:r>
              <a:rPr lang="en-IN" dirty="0"/>
              <a:t> these movie characteristics and recommend relevant movies.</a:t>
            </a:r>
          </a:p>
          <a:p>
            <a:r>
              <a:rPr lang="en-IN" dirty="0"/>
              <a:t>Our project develops a </a:t>
            </a:r>
            <a:r>
              <a:rPr lang="en-IN" b="1" dirty="0"/>
              <a:t>Content-Based Movie Recommendation System</a:t>
            </a:r>
            <a:r>
              <a:rPr lang="en-IN" dirty="0"/>
              <a:t> that recommends movies similar to a movie selected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393504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66B5-0128-A82E-C756-C8B6FB31F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9" y="274321"/>
            <a:ext cx="10741152" cy="113225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1FC6-105C-84FD-954C-9832A9C9D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9" y="1658679"/>
            <a:ext cx="12115491" cy="5199322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 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availability of thousands of movies makes it difficult for users to find movies that match their interests.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spend considerable time browsing and searching for suitable movies.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recommendation system can help users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relevant movies quickly and efficiently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information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genre, keywords, cast, director, and description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analysed to identify similar movies.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time and effort required to search for movies.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recommendations based on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characteristics of movies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Science, NLP, and Machine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to a real-world problem.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simple and user-friendly system through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lit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the system to recommend movies without depending on other users' ratings or preferences. </a:t>
            </a:r>
          </a:p>
        </p:txBody>
      </p:sp>
    </p:spTree>
    <p:extLst>
      <p:ext uri="{BB962C8B-B14F-4D97-AF65-F5344CB8AC3E}">
        <p14:creationId xmlns:p14="http://schemas.microsoft.com/office/powerpoint/2010/main" val="3248091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1591-C3FC-EC06-9DE6-DBF1D004D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760"/>
            <a:ext cx="11472672" cy="1132258"/>
          </a:xfrm>
        </p:spPr>
        <p:txBody>
          <a:bodyPr>
            <a:normAutofit/>
          </a:bodyPr>
          <a:lstStyle/>
          <a:p>
            <a:r>
              <a:rPr lang="en-IN" b="1" dirty="0"/>
              <a:t>Objectives and 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D6EDE-9AA4-8105-F204-047FB3614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r>
              <a:rPr lang="en-IN" dirty="0"/>
              <a:t>Collect and preprocess the movie dataset by handling missing and unnecessary data.</a:t>
            </a:r>
          </a:p>
          <a:p>
            <a:r>
              <a:rPr lang="en-IN" dirty="0"/>
              <a:t>Select important movie features such as </a:t>
            </a:r>
            <a:r>
              <a:rPr lang="en-IN" b="1" dirty="0"/>
              <a:t>genre, keywords, cast, director, and description</a:t>
            </a:r>
            <a:r>
              <a:rPr lang="en-IN" dirty="0"/>
              <a:t>.</a:t>
            </a:r>
          </a:p>
          <a:p>
            <a:r>
              <a:rPr lang="en-IN" dirty="0"/>
              <a:t>Combine the selected features to create a meaningful representation of each movie.</a:t>
            </a:r>
          </a:p>
          <a:p>
            <a:r>
              <a:rPr lang="en-IN" dirty="0"/>
              <a:t>Apply </a:t>
            </a:r>
            <a:r>
              <a:rPr lang="en-IN" b="1" dirty="0"/>
              <a:t>TF-IDF</a:t>
            </a:r>
            <a:r>
              <a:rPr lang="en-IN" dirty="0"/>
              <a:t> to convert textual information into numerical feature vectors</a:t>
            </a:r>
          </a:p>
          <a:p>
            <a:r>
              <a:rPr lang="en-IN" dirty="0"/>
              <a:t>Recommend the </a:t>
            </a:r>
            <a:r>
              <a:rPr lang="en-IN" b="1" dirty="0"/>
              <a:t>most similar movies</a:t>
            </a:r>
            <a:r>
              <a:rPr lang="en-IN" dirty="0"/>
              <a:t> based on the movie selected by the user.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r>
              <a:rPr lang="en-IN" dirty="0"/>
              <a:t>A </a:t>
            </a:r>
            <a:r>
              <a:rPr lang="en-IN" b="1" dirty="0"/>
              <a:t>cleaned and pre-processed movie dataset</a:t>
            </a:r>
            <a:r>
              <a:rPr lang="en-IN" dirty="0"/>
              <a:t>.</a:t>
            </a:r>
          </a:p>
          <a:p>
            <a:r>
              <a:rPr lang="en-IN" dirty="0"/>
              <a:t>A </a:t>
            </a:r>
            <a:r>
              <a:rPr lang="en-IN" b="1" dirty="0"/>
              <a:t>Content-Based Recommendation Model</a:t>
            </a:r>
            <a:r>
              <a:rPr lang="en-IN" dirty="0"/>
              <a:t> using TF-IDF and Cosine Similarity.</a:t>
            </a:r>
          </a:p>
          <a:p>
            <a:r>
              <a:rPr lang="en-IN" dirty="0"/>
              <a:t>A ranked list of </a:t>
            </a:r>
            <a:r>
              <a:rPr lang="en-IN" b="1" dirty="0"/>
              <a:t>similar movie recommendations</a:t>
            </a:r>
            <a:r>
              <a:rPr lang="en-IN" dirty="0"/>
              <a:t>.</a:t>
            </a:r>
          </a:p>
          <a:p>
            <a:r>
              <a:rPr lang="en-IN" dirty="0"/>
              <a:t>An interactive </a:t>
            </a:r>
            <a:r>
              <a:rPr lang="en-IN" b="1" dirty="0"/>
              <a:t>Stream lit dashboard</a:t>
            </a:r>
            <a:r>
              <a:rPr lang="en-IN" dirty="0"/>
              <a:t> where users can select a movie and view recommendations</a:t>
            </a:r>
          </a:p>
          <a:p>
            <a:r>
              <a:rPr lang="en-IN" dirty="0"/>
              <a:t>Demonstration of practical applications of </a:t>
            </a:r>
            <a:r>
              <a:rPr lang="en-IN" b="1" dirty="0"/>
              <a:t>Data Science, NLP, Feature Extraction, and Machine </a:t>
            </a:r>
            <a:r>
              <a:rPr lang="en-IN" b="1" dirty="0" err="1"/>
              <a:t>Learnin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68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850E-06BA-24EE-15DB-85140DEC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Literature Survey / Existing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86018-EF48-970D-C940-E196A8682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Popularity-Based Recommendation — recommends highly rated, trending, or frequently watched movies. </a:t>
            </a:r>
          </a:p>
          <a:p>
            <a:r>
              <a:rPr lang="en-IN" dirty="0"/>
              <a:t>Content-Based Filtering — recommends movies with similar characteristics to a selected movie or user profile. </a:t>
            </a:r>
          </a:p>
          <a:p>
            <a:r>
              <a:rPr lang="en-IN" dirty="0"/>
              <a:t>Collaborative Filtering — uses ratings or interactions from users with similar tastes. </a:t>
            </a:r>
          </a:p>
          <a:p>
            <a:r>
              <a:rPr lang="en-IN" dirty="0"/>
              <a:t>Hybrid Recommendation — combines content-based and collaborative approaches. </a:t>
            </a:r>
          </a:p>
          <a:p>
            <a:r>
              <a:rPr lang="en-IN" dirty="0"/>
              <a:t>Real-world platforms such as Netflix, YouTube, and other streaming services use recommendation techniques to personalize content discovery.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01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5A25DB-4572-27A7-442D-E13E65D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8CFF83-231C-D236-D83C-E7DD2AAA6A9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4892D98-19A6-A636-13A5-597E55325D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06937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74B8-6DDB-BD1C-EA7F-42CD22CB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System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66E99-644C-8CE9-8239-1250AF7AA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Clean and prepare the movie dataset.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genre, keywords, cast, director and description.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 movie text into numerical vectors.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Calculate similarity between movies.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Select and rank the most similar movies.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lit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 recommendations to the user.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→ Preprocessing → Feature Selection → TF-IDF → Cosine Similarity → Recommendations → Stream 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95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4EF0F-1778-3559-8474-8A6725A56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5" y="944658"/>
            <a:ext cx="10515600" cy="1116811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90C9-EEAE-C07B-F3B0-9F1C5B486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Movie Recommender System helps users easily discover movies that match their </a:t>
            </a:r>
          </a:p>
          <a:p>
            <a:r>
              <a:rPr lang="en-IN" dirty="0"/>
              <a:t>interests by </a:t>
            </a:r>
            <a:r>
              <a:rPr lang="en-IN" dirty="0" err="1"/>
              <a:t>analyzing</a:t>
            </a:r>
            <a:r>
              <a:rPr lang="en-IN" dirty="0"/>
              <a:t> movie features and preferences. </a:t>
            </a:r>
          </a:p>
          <a:p>
            <a:r>
              <a:rPr lang="en-IN" dirty="0"/>
              <a:t>It provides relevant and personalized recommendations, reducing the time users spend </a:t>
            </a:r>
          </a:p>
          <a:p>
            <a:r>
              <a:rPr lang="en-IN" dirty="0"/>
              <a:t>searching for movies. </a:t>
            </a:r>
          </a:p>
          <a:p>
            <a:r>
              <a:rPr lang="en-IN" dirty="0"/>
              <a:t>Key Points: </a:t>
            </a:r>
          </a:p>
          <a:p>
            <a:r>
              <a:rPr lang="en-IN" dirty="0"/>
              <a:t>Provides personalized movie recommendations. </a:t>
            </a:r>
          </a:p>
          <a:p>
            <a:r>
              <a:rPr lang="en-IN" dirty="0"/>
              <a:t>Identifies similar movies based on features. </a:t>
            </a:r>
          </a:p>
          <a:p>
            <a:r>
              <a:rPr lang="en-IN" dirty="0"/>
              <a:t>Reduces movie search time. </a:t>
            </a:r>
          </a:p>
          <a:p>
            <a:r>
              <a:rPr lang="en-IN" dirty="0"/>
              <a:t>Improves the user viewing experience. </a:t>
            </a:r>
          </a:p>
          <a:p>
            <a:r>
              <a:rPr lang="en-IN" dirty="0"/>
              <a:t>Uses Machine Learning techniques for recommendation.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11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A8B2EC-24D3-8F74-96B6-D08DFB655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08671" y="2709618"/>
            <a:ext cx="5761703" cy="2461818"/>
          </a:xfrm>
        </p:spPr>
      </p:pic>
    </p:spTree>
    <p:extLst>
      <p:ext uri="{BB962C8B-B14F-4D97-AF65-F5344CB8AC3E}">
        <p14:creationId xmlns:p14="http://schemas.microsoft.com/office/powerpoint/2010/main" val="3458115174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113</TotalTime>
  <Words>668</Words>
  <Application>Microsoft Office PowerPoint</Application>
  <PresentationFormat>Widescreen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Felix Titling</vt:lpstr>
      <vt:lpstr>Goudy Old Style</vt:lpstr>
      <vt:lpstr>Times New Roman</vt:lpstr>
      <vt:lpstr>Archway</vt:lpstr>
      <vt:lpstr>MOVIE RECOMMENDATION SYSTEM</vt:lpstr>
      <vt:lpstr>Introduction</vt:lpstr>
      <vt:lpstr>Problem    STATEMENT</vt:lpstr>
      <vt:lpstr>Real-World Relevance &amp; Motivation</vt:lpstr>
      <vt:lpstr>Objectives and Expected Outcomes</vt:lpstr>
      <vt:lpstr>Literature Survey / Existing System </vt:lpstr>
      <vt:lpstr>PowerPoint Presentation</vt:lpstr>
      <vt:lpstr>Proposed System &amp; Methodology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tejaswi kannekanti</dc:creator>
  <cp:lastModifiedBy>tejaswi kannekanti</cp:lastModifiedBy>
  <cp:revision>3</cp:revision>
  <dcterms:created xsi:type="dcterms:W3CDTF">2026-08-31T04:53:13Z</dcterms:created>
  <dcterms:modified xsi:type="dcterms:W3CDTF">2026-09-15T04:11:01Z</dcterms:modified>
</cp:coreProperties>
</file>